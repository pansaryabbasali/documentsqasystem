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Welcome to Atlas Field Service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DDCE8"/>
                </a:solidFill>
              </a:rPr>
              <a:t>New Hire Onboarding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B4C9"/>
                </a:solidFill>
              </a:rPr>
              <a:t>Global Technical Services  |  Atlas Fluid Systems B.V.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About Atlas Fluid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Founded in 1978, headquartered in Rotterdam, the Netherlands.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~3,200 employees across manufacturing plants in Rotterdam, Gdańsk, and Pune.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 design and manufacture pumps, control valves, and compressor packages for water treatment, chemical processing, and power generation customers worldwide.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Our equipment runs in facilities where downtime is extremely costly — reliability is our brand.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Global Technical Services (GTS)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Field Service Engineering (FSE) — ~220 engineers who install, commission, and repair equipment on customer sites.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Technical Support — call center agents in Rotterdam and Houston handling customer questions and warranty claims.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Internal Knowledge &amp; Enablement — maintains documentation, training, and onboarding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Your First 30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Week 1: Safety induction, PPE fitting, and lockout-tagout (LOTO) certification.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Week 2: Shadow a senior FSE on two service visits; complete AF-4500 series product training.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Week 3: Review core documentation — IOM manuals, troubleshooting guides, and SOP-114.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Week 4: Complete your first supervised service visit and check in with your onboarding buddy.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Tools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Atlas FieldOps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Log service visits, escalate tickets, access customer equipment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SharePoint Document Library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Product manuals, SOPs, safety data sheets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Atlas Expense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Submit travel and expense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Atlas HR Portal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Request leave, view payslips, update personal details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Safety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Always follow lockout-tagout (LOTO) procedure before opening any casing or bearing housing.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Required PPE: safety glasses, gloves, steel-toe boots (hearing protection in pump rooms).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Report near-misses and incidents through the Atlas Safety app within 24 hours.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When in doubt, stop the job and call your supervisor — no exceptions.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Who to Contact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Need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Contact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Technical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Rotterdam +31 10 555 0142 / Houston +1 713 555 0198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HR questions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hr@atlasfluidsystems-example.com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IT / FieldOps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itsupport@atlasfluidsystems-example.com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Your onboarding buddy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Assigned in your Week 1 welcome email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Field Service FAQ — quick answers to common questions.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AF-4500 Series IOM Manual and Troubleshooting Guide.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SOP-114 — Mechanical Seal Replacement.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Employee Leave &amp; Time-Off Policy, Expense Reimbursement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