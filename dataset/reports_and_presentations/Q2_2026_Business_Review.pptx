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Q2 2026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DDCE8"/>
                </a:solidFill>
              </a:rPr>
              <a:t>Global Technical Services — Atlas Fluid Systems B.V.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B4C9"/>
                </a:solidFill>
              </a:rPr>
              <a:t>Prepared by GTS Leadership  |  Rotterdam, July 2026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Executive summary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Regional revenue performance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Order backlog by product line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Service KPIs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Key risks and mitigations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 Q3 2026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Group revenue for Q2 2026 reached €128.4M, up 6.2% versus Q1 2026.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Order backlog across all product lines stands at €312M, providing 7 months of forward visibility.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Field Service completed 1,840 service visits with a 91% first-time fix rate.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Key win: 3-year Atlas CarePlus Platinum contract signed with a major EMEA water utility (est. €4.2M).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Key risk: extended lead times on duplex stainless steel castings affecting the AF-4500 series (see Risks).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Regional Revenue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37744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Q1 2026 (€M)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Q2 2026 (€M)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+7.2%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36.2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38.0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+9.1%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Group Total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119.9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128.4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+7.1%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Order Backlog by Product 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Product Line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Backlog (€M)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Months of Cover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Pumps (incl. AF-4500 series)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Control Valves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7.8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Compressor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Service KPIs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18288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Q2 2026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First-time fix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Avg. response time (critical)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5.4 hrs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4.8 hrs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&lt; 5 hrs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Customer satisfaction (CSAT)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4.4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4.6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&gt; 4.5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Duplex stainless steel casting lead times extended from 8 to 13 weeks — impacts AF-4520 impeller deliveries (see ECN-2031). Mitigation: qualifying a second casting supplier in Poland by Q3.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Rising freight costs on APAC shipments. Mitigation: consolidating shipments via Singapore hub.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Field Service headcount gap in Americas (6 open FSE roles). Mitigation: accelerated onboarding cohort starting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Q3 2026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Close the Americas FSE headcount gap via the August onboarding cohort.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Qualify second casting supplier for duplex stainless steel components.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Launch Atlas CarePlus Platinum to 3 additional EMEA accounts.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 Pilot an internal knowledge assistant for technical documentation (this project).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C5E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1F1F"/>
                </a:solidFill>
              </a:rPr>
              <a:t>SYNTHETIC DECK — portfolio project simulation, not a real Atlas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